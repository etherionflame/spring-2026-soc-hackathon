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11" Type="http://schemas.openxmlformats.org/officeDocument/2006/relationships/slide" Target="slides/slide5.xml"/><Relationship Id="rId22" Type="http://schemas.openxmlformats.org/officeDocument/2006/relationships/font" Target="fonts/ProximaNova-italic.fntdata"/><Relationship Id="rId10" Type="http://schemas.openxmlformats.org/officeDocument/2006/relationships/slide" Target="slides/slide4.xml"/><Relationship Id="rId21" Type="http://schemas.openxmlformats.org/officeDocument/2006/relationships/font" Target="fonts/ProximaNova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ProximaNova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32f8e3e0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32f8e3e0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2f8e3e0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32f8e3e0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32f8e3e0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32f8e3e0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32f8e3e0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32f8e3e0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Explain components: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React UI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FastAPI backend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Ollama running Llama locally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Pandas data processing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ML models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SQLite logging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32944d81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32944d81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32f8e3e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32f8e3e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32f8e3e0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32f8e3e0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 "operation": "remove_outliers", "column": "cholesterol" }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32f8e3e0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32f8e3e0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32f8e3e0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32f8e3e0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b9a3abeb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cb9a3abe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32f8e3e0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32f8e3e0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32f8e3e0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32f8e3e0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32944d81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32944d81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localhost:3000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edium.com/@israeltheanalyst01/should-you-become-a-data-analyst-in-2026-bc0473eed805" TargetMode="External"/><Relationship Id="rId4" Type="http://schemas.openxmlformats.org/officeDocument/2006/relationships/hyperlink" Target="https://www.bls.gov/ooh/math/data-scientists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4" name="Google Shape;1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9" name="Google Shape;1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9" name="Google Shape;1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Database</a:t>
            </a:r>
            <a:endParaRPr/>
          </a:p>
        </p:txBody>
      </p:sp>
      <p:sp>
        <p:nvSpPr>
          <p:cNvPr id="125" name="Google Shape;125;p2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9" title="mermaid-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775" y="114025"/>
            <a:ext cx="1893701" cy="491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Database</a:t>
            </a:r>
            <a:endParaRPr/>
          </a:p>
        </p:txBody>
      </p:sp>
      <p:sp>
        <p:nvSpPr>
          <p:cNvPr id="133" name="Google Shape;133;p30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9225" y="107975"/>
            <a:ext cx="1605350" cy="492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0" name="Google Shape;1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5" name="Google Shape;1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0" name="Google Shape;1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/>
          <p:nvPr>
            <p:ph type="title"/>
          </p:nvPr>
        </p:nvSpPr>
        <p:spPr>
          <a:xfrm>
            <a:off x="265500" y="1205825"/>
            <a:ext cx="85110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The Application</a:t>
            </a:r>
            <a:endParaRPr/>
          </a:p>
        </p:txBody>
      </p:sp>
      <p:sp>
        <p:nvSpPr>
          <p:cNvPr id="156" name="Google Shape;156;p3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2" name="Google Shape;16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7" name="Google Shape;1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73" name="Google Shape;173;p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IsraelTheAnalyst. “Should You Become a Data Analyst in 2026?”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Mar. 2026,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https://medium.com/@israeltheanalyst01/should-you-become-a-data-analyst-in-2026-bc0473eed805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Bureau of Labor Statistics, U.S. Department of Labor. (2025, August 28).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scientists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Occupational Outlook Handbook.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https://www.bls.gov/ooh/math/data-scientists.htm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